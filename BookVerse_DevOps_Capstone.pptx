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</a:defRPr>
            </a:pPr>
            <a:r>
              <a:t>DEVOPS FINAL CAPSTONE PROJECT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BookVerse Platform</a:t>
            </a:r>
          </a:p>
          <a:p>
            <a:pPr>
              <a:spcAft>
                <a:spcPts val="3600"/>
              </a:spcAft>
              <a:defRPr sz="2000">
                <a:solidFill>
                  <a:srgbClr val="94A3B8"/>
                </a:solidFill>
              </a:defRPr>
            </a:pPr>
            <a:r>
              <a:t>Cloud-Native Architecture, CI/CD, DevSecOps, IaC, Kubernetes &amp; Observability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Full Implementation of Modules 1 through 10  |  Production Grade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 &amp; Engineering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[M1 APPLICATION]  The BookVerse Application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Full-stack digital bookstore and inventory platform.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FastAPI backend exposing RESTful APIs with Swagger docs.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React + Vite frontend delivering responsive, clean user experience.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PostgreSQL 16 relational database with Alembic migrations.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Dockerized with non-root security principles.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[END-TO-END PIPELINE]  DevOps Engineering Goals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Quality Assurance: Pytest test suite with isolated fixtures.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CI/CD Automation: GitHub Actions workflow on every push.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DevSecOps: Trivy image scanning for CVE vulnerability gates.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Infrastructure as Code: AWS VPC &amp; EKS cluster with Terraform.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Orchestration: Kubernetes deployment managed via Helm charts.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Observability: Prometheus live metrics scraping &amp; Grafana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High-Level Cloud &amp;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[INGRESS &amp; UI]  Frontend &amp; Ingress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NGINX Ingress Controller acts as unified gateway.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Routes '/' to Frontend Service.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Routes '/api' to Backend Service.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React Frontend runs in multi-stage Alpine NGINX container as non-root user.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High Availability with 2+ pod replicas.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[CORE SERVICES]  Backend &amp; Database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FastAPI Python service running under Uvicorn.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Endpoints: /health, /api/books (CRUD), /metrics.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Horizontal pod autoscaling (2+ replicas).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PostgreSQL database handles transactional book storage.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Database schema provisioned automatically via migrations.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[AWS &amp; EKS]  Cloud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AWS custom VPC with dual public subnets &amp; IGW.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Amazon EKS Managed Kubernetes Cluster.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Isolated 'bookverse' namespace for app isolation.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Separate 'monitoring' namespace for telemetry.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100% provisioned via reusable Terraform HCL.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Testing &amp; Source Control (M2 &amp; M3)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[M2 TESTING]  Automated Pytest Quality Gate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Minimum 5 comprehensive test cases covering CRUD endpoints.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Health check endpoint verification (/health).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Uses isolated in-memory SQLite fixture with mock DB session.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Production database remains completely untouched during tests.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Runs locally via 'pytest -v' and automated as mandatory CI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[M3 GIT &amp; GITHUB]  Git Version Control &amp; Repository Standards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Public GitHub repository with clean commit progression.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Semantic commit messages documenting feature steps.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Strict .gitignore preventing secrets, .env, and build artifacts.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Sample configuration files (terraform.tfvars.example) provided.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Branch-based protection ready for production deployments.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Containerization &amp; Security Scanning (M4 &amp; M6)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[M4 DOCKER]  Docker &amp; Docker Compose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Backend: Lightweight Python 3.11-slim base image.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Frontend: Multi-stage build (Node build stage -&gt; unprivileged Nginx).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Zero root privilege: containers run as 'appuser' / 'nginx'.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Docker Compose enables single-command local development: 'docker compose up --build'.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[M6 DEVSECOPS]  Trivy DevSecOps Security Scan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vulnerability scanner integrated into CI pipeline.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Scans both frontend and backend images prior to deployment.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Configured quality gate fails builds on HIGH or CRITICAL CVEs.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Ensures dependencies and OS packages stay compliant and patched.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Documented security report detailing scanned vulnerabilities.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CI/CD Pipeline with GitHub Actions (M5)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[QUALITY GATE]  1. Validate &amp; Test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Triggers automatically on push to 'main'.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Sets up Python 3.11 environment.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Installs dependencies from requirements.txt.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Executes 'pytest' suite.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Pipeline terminates immediately if any test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[TRIVY SCAN]  2. Build &amp; Security Scan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Builds React frontend distribution bundle.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Builds Docker container images for frontend and backend.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Runs Trivy vulnerability scanner on built images.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Audits packages for known security advisories.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[IMAGE REGISTRY]  3. Publish to GHCR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Authenticates with GitHub Container Registry (GHCR).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Pushes immutable image tags using Git commit SHA.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Avoids mutable 'latest' tag for predictable rollouts.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Enables audit trail between Git commits and deployed pods.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Infrastructure as Code: AWS &amp; Terraform (M7)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[M7 TERRAFORM]  Terraform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Modular HCL files in terraform/ (vpc.tf, eks.tf, provider.tf).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VPC with Internet Gateway and 2 Public Subnets across AZs.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Managed Amazon EKS cluster with dedicated worker node group.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Security Groups and IAM roles configured with least privilege.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Zero hardcoded secrets: variables managed via terraform.tfvars.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[LIFECYCLE]  Lifecycle &amp; Cost Management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terraform init: installs AWS provider plugins cleanly.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terraform plan: generates clear preview of 18 resources to add.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terraform apply: provisions production-grade cloud cluster.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terraform destroy: clean teardown preventing runaway AWS bills.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Full automation guarantees repeatable, reliable deployments.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Kubernetes Orchestration &amp; Helm Packaging (M8)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[M8 HELM]  Helm Chart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Custom Helm Chart in helm/bookverse (Chart.yaml, values.yaml).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Standardized manifests for Deployments, Services, and Ingress.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Dedicated namespace: k8s/namespace.yaml ('bookverse').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One-command deployment: 'helm upgrade --install bookverse ./helm/bookverse -n bookverse'.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[K8S DEPLOYMENT]  Cluster Workloads &amp; Ingress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Frontend &amp; Backend Deployments running 2+ replicas each.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ClusterIP services provide internal service discovery.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NGINX Ingress routing rules: '/' -&gt; Frontend, '/api' -&gt; Backend.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Health and liveness probes ensure zero-downtime rolling updates.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All pods verified in 'Running' state via kubectl get pods.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Observability: Prometheus &amp; Grafana (M9)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[M9 METRICS]  Prometheus Telemetry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Backend exposes native Prometheus format at /metrics.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Deployed via Helm with custom values in monitoring/ namespace.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Auto-discovery and scraping of backend application targets.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Prometheus Targets dashboard confirms service in 'UP' state.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Tracks request count, duration histograms, and system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[M9 VISUALIZATION]  Grafana Dashboards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Pre-configured dashboard automatically provisioned via ConfigMap.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Real-time visual monitoring of key Golden Signals: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Throughput: HTTP Request Rate (RPS).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Latency: p95 and p99 response duration curves.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Error Rates: HTTP 4xx and 5xx exception metrics.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Enables proactive troubleshooting and capacity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DEVOPS FINAL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Demo Walkthrough &amp; Conclusion (M10)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[M10 LIVE DEMO]  Live Demonstration Steps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1. Commit &amp; Push: Push a code enhancement to GitHub.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2. CI/CD Pipeline: Watch GitHub Actions run tests &amp; Trivy scan.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3. Registry: Confirm new SHA-tagged image in GHCR.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4. Kubernetes: Verify rolling update with zero downtime.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5. Live Access: Access frontend &amp; API via Ingress hostname.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6. Observability: View live request traffic in Grafana.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[SUMMARY]  Key Accomplishments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Achieved 100% compliance across all 10 rubric modules.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Enterprise three-tier architecture containerized &amp; secured.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Full automation from Git commit to cloud deployment.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Production readiness with IaC, Ingress routing, and Observability.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Safe cloud lifecycle: clean teardown via 'terraform destroy'.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